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09728" cy="2286000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N-Queen Problem and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2743200" cy="36576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99"/>
                </a:solidFill>
                <a:latin typeface="Segoe UI"/>
              </a:rPr>
              <a:t>Chapter 6: Backtracking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99"/>
                </a:solidFill>
                <a:latin typeface="Segoe UI"/>
              </a:rPr>
              <a:t>Design and Analysis of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91440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73152" cy="777240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Introduction to Backtracking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Backtracking is a general algorithm design technique.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Solves searching for a set of solutions or an optimal solution.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Key aspects: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Builds solution vector one component at a time.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Uses bounding functions to test for promising nodes.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Prunes the state space tree to avoid exhaustively evaluating non-optimal paths.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73152" cy="777240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N-Queen Problem: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Problem Statement: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Place N queens on an NxN chessboard.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No two queens can attack each other.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Attack conditions for queens: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Horizontally (same row).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Vertically (same column).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Diagonally (same diagonal).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73152" cy="777240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Basic Idea &amp;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Iteratively place queens one by one: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Start with first queen in the first row.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Move to the next row and find a permissible column.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If no permissible square is found in a row: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Backtrack to the previous row.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Move the queen to the next available square.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Success Condition: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A permissible situation in the last row means the problem is solved.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73152" cy="777240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Solution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Data Structure: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Use an array Q[1 .. n] to represent solutions.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Q[i] indicates the column position of the queen in row i.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Why 1D array?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Ensures exactly one queen per row automatically.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Checking attacks for a new queen at (row r, col j):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Vertical check: Q[i] == j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Diagonal check: |Q[i] - j| == |r - i|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73152" cy="777240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State Space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Organizes all possible placements: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Root node: Empty board.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Children of root: Possible columns for row 1.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Pruned State Space Tree: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Instead of testing all N^N combinations...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...only valid paths that satisfy constraints are further expanded.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Non-promising nodes are not expanded (backtracking).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73152" cy="777240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N-Queens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NQueens(Q[1 .. n], r):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If r = n + 1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ABBCC"/>
                </a:solidFill>
                <a:latin typeface="Segoe UI"/>
              </a:rPr>
              <a:t>Print Q (Solution found)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Else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ABBCC"/>
                </a:solidFill>
                <a:latin typeface="Segoe UI"/>
              </a:rPr>
              <a:t>For j = 1 to n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ABBCC"/>
                </a:solidFill>
                <a:latin typeface="Segoe UI"/>
              </a:rPr>
              <a:t>If column j is promising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ABBCC"/>
                </a:solidFill>
                <a:latin typeface="Segoe UI"/>
              </a:rPr>
              <a:t>Q[r] = j</a:t>
            </a:r>
          </a:p>
          <a:p>
            <a:pPr lvl="1">
              <a:spcBef>
                <a:spcPts val="200"/>
              </a:spcBef>
              <a:spcAft>
                <a:spcPts val="400"/>
              </a:spcAft>
            </a:pPr>
            <a:r>
              <a:rPr sz="1600">
                <a:solidFill>
                  <a:srgbClr val="AABBCC"/>
                </a:solidFill>
                <a:latin typeface="Segoe UI"/>
              </a:rPr>
              <a:t>NQueens(Q[1 .. n], r + 1)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73152" cy="777240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Analysis of the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Time Complexity: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Worst Case: O(N!)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Reasoning: The first row has N choices, second has N-1 choices, etc.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Space Complexity: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O(N) space required.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Reasoning: An array of size N stores the solution, plus O(N) stack space for recursion.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E84560"/>
                </a:solidFill>
                <a:latin typeface="Segoe UI"/>
              </a:rPr>
              <a:t>Conclusion: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800" b="0">
                <a:solidFill>
                  <a:srgbClr val="DDDDDD"/>
                </a:solidFill>
                <a:latin typeface="Segoe UI"/>
              </a:rPr>
              <a:t>Backtracking significantly reduces trials compared to brute force, but remains exponential.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91440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E8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99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